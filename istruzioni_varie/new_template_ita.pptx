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56B8276-FACF-E001-25D0-18F4C6BECC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F0716C-F590-22E1-00CE-C06C7A50A6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94B3A-BBBC-42E6-8BDA-8C9D3C94F9B8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9F2F16B-5738-003D-CD11-5130E46D4C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5A22D6F-EFF5-D133-77A6-AE11953037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F55FC-D5A1-4ECB-81F4-15895B5FE5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705361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1E24D-B752-40B7-9680-3C38DE225114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C098-7D76-47B3-AE02-A44FB64041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184902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51AD9D-2CFD-73CB-635A-C6184A957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FD64D8-6996-8801-6A4D-ED8A84324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E6795E-D791-DB7C-4451-CEEA33406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E36BA0-4C50-5353-B2F2-A6623033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E6995F-FA85-E152-B2CC-31EA9388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26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A9FA41-E352-57E8-59CB-563759A2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731439-7D80-4ED7-8D00-2E3A9E8B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9BD875-F93C-3174-E332-60ABD7E0D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ADCD42-5591-F237-9863-714CA651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AA1868-B6E8-37D7-ACD4-66FDB96E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412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E5C4C6-E66D-011E-5D40-62F403C9B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144D38-FE7B-3E41-A241-A141B2347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27EFB6-E207-DFB8-C696-1944F559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A7E5B0-ABF1-832F-8C4E-67C1C921D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38FBAD-2479-126D-A7BF-4A78481D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67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7A8F29-D382-0B5C-69BA-2FCBC1AD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4C0AD4-4F9F-1221-D04F-FCA880B61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5F53F2-33E7-999C-453D-56DA80E07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DBDF41-E1F4-2771-68BC-625F357C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F92B00-85A0-57AD-F4AA-ECAE30A2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C244242-30E9-C0A3-E2B6-5695A23F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722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97B597-2A09-F27B-FF1B-7BA9DB14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C17D9B-32BB-93F9-F07F-AB23015A8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660847-455A-829E-BE7C-5A1A8E4D2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049B054-C44C-7AFC-AA8D-FB70F7946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A02B305-599E-AF3E-B420-A2D8FA78B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3095588-9E36-4217-3AC6-D4BEA3FD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2E37625-3A69-95A6-C7A0-086F71D9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55A2F5E-D04A-0A1E-AFF3-B32B9680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252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970B8A-418B-4F5C-816D-25CEE72F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F45A451-989E-421D-AD10-9D14CA66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2134E52-6C3B-F8A6-E377-89D869C6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D4A4C8D-62EE-0C77-FF0D-C6A49E7E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338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0BC96C2-BC88-E62E-A6CB-E7CA36DB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F4C153E-A870-F320-83A2-3A0CEFF6F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013CC8-8A21-9D42-7923-B41A2A07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974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C29D5D-8EB5-1AD6-4F2A-261B1F7B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C6D062-90FF-DC55-2E09-58620CDDF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2FA7319-F5C0-0697-6ADD-863F47A8C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37BD01D-CAC4-9535-CCF3-5171CD644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F3F3F4B-64A8-E159-0DE0-E73DC10E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DB4E77-9404-5BDD-79E3-30F37299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265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72185-E1DB-4343-40BB-705A77A34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DBC953D-8BF8-BB64-2A8D-E9C34F990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E1856A2-8459-E834-F94E-CCA9B4877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A51DB-0869-4774-9381-E971A52D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7E83589-FAFD-E994-37EB-56C47D1F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51AF38-C128-2531-2070-7CE7144B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35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C774B2-B8D7-D2E1-2AAC-AE439D2A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291D6AE-F819-DECB-64AB-25409DC86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88E816-2046-7E19-7680-53B8E347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95C8E3-0BD3-29C9-22C2-963F70C2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EF65E2-0D07-B203-E123-7BC402BA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21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9085F23-4CF6-C7E4-2541-CD7CB0BDF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AF141F1-C690-E10B-C290-0AF406987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B24B25-6A30-3D70-80E2-DE06FF9D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2B52F8-25E6-1FDF-1491-305B1647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03F31A-54A2-0997-8526-33AC5ABC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974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5058034-D614-7911-446D-BCF145FA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CC9948-005A-B341-E4A0-780A36051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0E410F-5952-370D-AC1A-D8F6CFE5C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33725-2F88-4168-BD7A-CE215CE7BA3C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899DA3-9B8D-2E6E-4C94-780E4EA7A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4D874D-0D08-4D7E-CC7A-2F07E88F6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54ABA-F349-4E91-9465-27EBBA51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64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BF8ECD-96EF-376C-ED22-3E6C8B769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363" y="1409327"/>
            <a:ext cx="10870424" cy="819051"/>
          </a:xfrm>
        </p:spPr>
        <p:txBody>
          <a:bodyPr>
            <a:normAutofit fontScale="90000"/>
          </a:bodyPr>
          <a:lstStyle/>
          <a:p>
            <a:pPr defTabSz="5948886">
              <a:tabLst>
                <a:tab pos="8930182" algn="l"/>
              </a:tabLst>
              <a:defRPr/>
            </a:pPr>
            <a:b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60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800" dirty="0"/>
            </a:br>
            <a:r>
              <a:rPr lang="it-IT" sz="2900" dirty="0">
                <a:latin typeface="Calibri" panose="020F0502020204030204" pitchFamily="34" charset="0"/>
                <a:cs typeface="Calibri" panose="020F0502020204030204" pitchFamily="34" charset="0"/>
              </a:rPr>
              <a:t>UNIVERSITA’ DEGLI STUDI DI PADOVA</a:t>
            </a:r>
            <a:br>
              <a:rPr lang="it-IT" sz="29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2900" dirty="0">
                <a:latin typeface="Calibri" panose="020F0502020204030204" pitchFamily="34" charset="0"/>
                <a:cs typeface="Calibri" panose="020F0502020204030204" pitchFamily="34" charset="0"/>
              </a:rPr>
              <a:t> Dipartimento di Ingegneria dell’Informazione</a:t>
            </a:r>
            <a:endParaRPr lang="it-IT" sz="29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0ADDAF9-A0B1-5FAA-3E7D-4BD43180D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570" y="3625070"/>
            <a:ext cx="11182204" cy="1002313"/>
          </a:xfrm>
        </p:spPr>
        <p:txBody>
          <a:bodyPr>
            <a:normAutofit lnSpcReduction="10000"/>
          </a:bodyPr>
          <a:lstStyle/>
          <a:p>
            <a:pPr marL="0" indent="0" algn="ctr" defTabSz="5948886">
              <a:lnSpc>
                <a:spcPct val="90000"/>
              </a:lnSpc>
              <a:buNone/>
              <a:tabLst>
                <a:tab pos="8930182" algn="l"/>
              </a:tabLst>
              <a:defRPr/>
            </a:pPr>
            <a:r>
              <a:rPr lang="it-IT" sz="24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Relazione per la prova finale</a:t>
            </a:r>
            <a:br>
              <a:rPr lang="it-IT" sz="24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Titolo …………………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CA4334-3C91-3716-3F84-6A456E00E57B}"/>
              </a:ext>
            </a:extLst>
          </p:cNvPr>
          <p:cNvSpPr txBox="1"/>
          <p:nvPr/>
        </p:nvSpPr>
        <p:spPr>
          <a:xfrm>
            <a:off x="339518" y="4986251"/>
            <a:ext cx="5495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Relatore/</a:t>
            </a:r>
            <a:r>
              <a:rPr lang="it-IT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Relatrice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Prof./Prof.ssa ……………….</a:t>
            </a:r>
          </a:p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Correlatore:</a:t>
            </a:r>
            <a:r>
              <a:rPr lang="it-IT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Prof./Dott.  ………..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0758B184-4E52-57F2-C60D-F60135DCC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401" y="6117315"/>
            <a:ext cx="42160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it-IT" altLang="it-IT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574FEDD-F2EF-9257-C9E7-590E7AD5F584}"/>
              </a:ext>
            </a:extLst>
          </p:cNvPr>
          <p:cNvSpPr txBox="1"/>
          <p:nvPr/>
        </p:nvSpPr>
        <p:spPr>
          <a:xfrm>
            <a:off x="7708398" y="5003752"/>
            <a:ext cx="39344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Laureand</a:t>
            </a:r>
            <a:r>
              <a:rPr lang="it-IT" sz="2200" dirty="0">
                <a:solidFill>
                  <a:srgbClr val="FF0000"/>
                </a:solidFill>
              </a:rPr>
              <a:t>..</a:t>
            </a:r>
            <a:r>
              <a:rPr lang="it-IT" sz="2200" dirty="0"/>
              <a:t>:</a:t>
            </a:r>
            <a:r>
              <a:rPr lang="it-IT" sz="2200" dirty="0">
                <a:solidFill>
                  <a:srgbClr val="FF0000"/>
                </a:solidFill>
              </a:rPr>
              <a:t> ………………….</a:t>
            </a:r>
          </a:p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Matricola n</a:t>
            </a:r>
            <a:r>
              <a:rPr lang="it-IT" sz="2200" dirty="0"/>
              <a:t>.: ……………….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10FC549D-6F8B-183B-DC34-8EFF4263DAD6}"/>
              </a:ext>
            </a:extLst>
          </p:cNvPr>
          <p:cNvSpPr txBox="1">
            <a:spLocks/>
          </p:cNvSpPr>
          <p:nvPr/>
        </p:nvSpPr>
        <p:spPr>
          <a:xfrm>
            <a:off x="628213" y="70421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C104668-EC98-9790-150E-7A8ACFF39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063" y="133412"/>
            <a:ext cx="1246466" cy="124646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69ED4A3-612D-B0B1-C1C8-697D793384EB}"/>
              </a:ext>
            </a:extLst>
          </p:cNvPr>
          <p:cNvSpPr txBox="1"/>
          <p:nvPr/>
        </p:nvSpPr>
        <p:spPr>
          <a:xfrm>
            <a:off x="353570" y="2257827"/>
            <a:ext cx="113033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[aggiungere anche il Dipartimento di afferenza del Relatore, se diverso dal DEI]</a:t>
            </a: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it-IT" sz="1000" dirty="0"/>
          </a:p>
          <a:p>
            <a:pPr algn="ctr"/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Corso di Laurea in 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……..</a:t>
            </a:r>
            <a:endParaRPr lang="it-IT" sz="2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29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2E0C875-AE7F-DC61-2E5F-F01F61E68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54" y="182677"/>
            <a:ext cx="1349782" cy="13497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614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2E0C875-AE7F-DC61-2E5F-F01F61E68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54" y="182677"/>
            <a:ext cx="1349782" cy="13497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4377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2E0C875-AE7F-DC61-2E5F-F01F61E68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54" y="182677"/>
            <a:ext cx="1349782" cy="13497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60683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77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Tema di Office</vt:lpstr>
      <vt:lpstr>         UNIVERSITA’ DEGLI STUDI DI PADOVA  Dipartimento di Ingegneria dell’Informazione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Elena Fongaro</dc:creator>
  <cp:lastModifiedBy>Elena Fongaro</cp:lastModifiedBy>
  <cp:revision>15</cp:revision>
  <dcterms:created xsi:type="dcterms:W3CDTF">2026-08-03T11:44:35Z</dcterms:created>
  <dcterms:modified xsi:type="dcterms:W3CDTF">2026-09-03T09:02:31Z</dcterms:modified>
</cp:coreProperties>
</file>